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5ce8e6cc42b4430" /><Relationship Type="http://schemas.openxmlformats.org/officeDocument/2006/relationships/extended-properties" Target="/docProps/app.xml" Id="Ra530c040b3c4485a" /><Relationship Type="http://schemas.openxmlformats.org/officeDocument/2006/relationships/officeDocument" Target="/ppt/presentation.xml" Id="R7161d632529945d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7c98cfabf9a4bc3"/>
  </p:sldMasterIdLst>
  <p:notesMasterIdLst>
    <p:notesMasterId xmlns:r="http://schemas.openxmlformats.org/officeDocument/2006/relationships" r:id="R82eb1b53f8634f62"/>
  </p:notesMasterIdLst>
  <p:sldIdLst>
    <p:sldId xmlns:r="http://schemas.openxmlformats.org/officeDocument/2006/relationships" id="256" r:id="R6392f781ae7a404f"/>
    <p:sldId xmlns:r="http://schemas.openxmlformats.org/officeDocument/2006/relationships" id="257" r:id="R90c20a787d434bc9"/>
    <p:sldId xmlns:r="http://schemas.openxmlformats.org/officeDocument/2006/relationships" id="258" r:id="R30174e59d9f04131"/>
    <p:sldId xmlns:r="http://schemas.openxmlformats.org/officeDocument/2006/relationships" id="259" r:id="R735ca1c7fe024fa1"/>
    <p:sldId xmlns:r="http://schemas.openxmlformats.org/officeDocument/2006/relationships" id="260" r:id="Rb4352fc58a4347c7"/>
    <p:sldId xmlns:r="http://schemas.openxmlformats.org/officeDocument/2006/relationships" id="261" r:id="Re846d4916be444b6"/>
    <p:sldId xmlns:r="http://schemas.openxmlformats.org/officeDocument/2006/relationships" id="262" r:id="Rdd642ab184004a9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15483d2536a434f" /><Relationship Type="http://schemas.openxmlformats.org/officeDocument/2006/relationships/slideMaster" Target="/ppt/slideMasters/slideMaster1.xml" Id="R97c98cfabf9a4bc3" /><Relationship Type="http://schemas.openxmlformats.org/officeDocument/2006/relationships/notesMaster" Target="/ppt/notesMasters/notesMaster1.xml" Id="R82eb1b53f8634f62" /><Relationship Type="http://schemas.openxmlformats.org/officeDocument/2006/relationships/presProps" Target="/ppt/presProps.xml" Id="Re0bdb3b9283a4847" /><Relationship Type="http://schemas.openxmlformats.org/officeDocument/2006/relationships/tableStyles" Target="/ppt/tableStyles.xml" Id="R4cdbb67061fa4f11" /><Relationship Type="http://schemas.openxmlformats.org/officeDocument/2006/relationships/slide" Target="/ppt/slides/slide1.xml" Id="R6392f781ae7a404f" /><Relationship Type="http://schemas.openxmlformats.org/officeDocument/2006/relationships/slide" Target="/ppt/slides/slide2.xml" Id="R90c20a787d434bc9" /><Relationship Type="http://schemas.openxmlformats.org/officeDocument/2006/relationships/slide" Target="/ppt/slides/slide3.xml" Id="R30174e59d9f04131" /><Relationship Type="http://schemas.openxmlformats.org/officeDocument/2006/relationships/slide" Target="/ppt/slides/slide4.xml" Id="R735ca1c7fe024fa1" /><Relationship Type="http://schemas.openxmlformats.org/officeDocument/2006/relationships/slide" Target="/ppt/slides/slide5.xml" Id="Rb4352fc58a4347c7" /><Relationship Type="http://schemas.openxmlformats.org/officeDocument/2006/relationships/slide" Target="/ppt/slides/slide6.xml" Id="Re846d4916be444b6" /><Relationship Type="http://schemas.openxmlformats.org/officeDocument/2006/relationships/slide" Target="/ppt/slides/slide7.xml" Id="Rdd642ab184004a9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78e4c11bca54b3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85da071b7a74a98" /><Relationship Type="http://schemas.openxmlformats.org/officeDocument/2006/relationships/notesMaster" Target="/ppt/notesMasters/notesMaster1.xml" Id="Rec7a4cb943ed49e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7ba6f9d7ffd4104" /><Relationship Type="http://schemas.openxmlformats.org/officeDocument/2006/relationships/notesMaster" Target="/ppt/notesMasters/notesMaster1.xml" Id="Rb3c5fdcfbbb848f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791d6be94c14b1b" /><Relationship Type="http://schemas.openxmlformats.org/officeDocument/2006/relationships/notesMaster" Target="/ppt/notesMasters/notesMaster1.xml" Id="R84e1d24b44534be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27c6d7a2bc94a4d" /><Relationship Type="http://schemas.openxmlformats.org/officeDocument/2006/relationships/notesMaster" Target="/ppt/notesMasters/notesMaster1.xml" Id="R5b141f95f43c49b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5d391cde2424f7c" /><Relationship Type="http://schemas.openxmlformats.org/officeDocument/2006/relationships/notesMaster" Target="/ppt/notesMasters/notesMaster1.xml" Id="R1614b512597e4eb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3d906c4f0cd4fda" /><Relationship Type="http://schemas.openxmlformats.org/officeDocument/2006/relationships/notesMaster" Target="/ppt/notesMasters/notesMaster1.xml" Id="Rd8260b8b4f314ed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28b004a16ad4acf" /><Relationship Type="http://schemas.openxmlformats.org/officeDocument/2006/relationships/notesMaster" Target="/ppt/notesMasters/notesMaster1.xml" Id="Rb04e3f6721804f4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the problem of scattered pet health records. The cat image is illustrative, not a screenshot of the application.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Pet information is often split between paper, chats, and photos. The product organizes it around each pet.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through Milo: open the profile, add a medical visit, schedule a follow-up, and see its reminder.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browser uses React. The API validates JWTs and enforces owner and role access. PostgreSQL holds structured data; documents use a local volume.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vet account exists but shared-pet access is not implemented. Admin has a read-only overview.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Build number 1 completed successfully on the local Jenkins instance. The GitHub webhook still needs a public URL.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On 5 October 2026, the browser demo confirmed owner sign-in, Milo record creation, appointment creation, reminder generation, and admin activity. Remaining scope: vet sharing, admin user management, public webhook, and notifications.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ecdea35967435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4796be2b3b94435" /><Relationship Type="http://schemas.openxmlformats.org/officeDocument/2006/relationships/slideLayout" Target="/ppt/slideLayouts/slideLayout1.xml" Id="R00d9144a6e8b42b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0d9144a6e8b42b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38e98231e048a3" /><Relationship Type="http://schemas.openxmlformats.org/officeDocument/2006/relationships/image" Target="/ppt/media/image.png" Id="R91067272d8b54675" /><Relationship Type="http://schemas.openxmlformats.org/officeDocument/2006/relationships/notesSlide" Target="/ppt/notesSlides/notesSlide1.xml" Id="Raa10a8cc6c52433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061347a4b84aa3" /><Relationship Type="http://schemas.openxmlformats.org/officeDocument/2006/relationships/notesSlide" Target="/ppt/notesSlides/notesSlide2.xml" Id="R96cd12761a5548f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0c58b6405f4e37" /><Relationship Type="http://schemas.openxmlformats.org/officeDocument/2006/relationships/notesSlide" Target="/ppt/notesSlides/notesSlide3.xml" Id="Rcaca9df978534ce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9afed5f9864dcb" /><Relationship Type="http://schemas.openxmlformats.org/officeDocument/2006/relationships/notesSlide" Target="/ppt/notesSlides/notesSlide4.xml" Id="R7899f4f1323a474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a8036d64b14ad4" /><Relationship Type="http://schemas.openxmlformats.org/officeDocument/2006/relationships/notesSlide" Target="/ppt/notesSlides/notesSlide5.xml" Id="R73895766d7c6413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e1a31846424105" /><Relationship Type="http://schemas.openxmlformats.org/officeDocument/2006/relationships/notesSlide" Target="/ppt/notesSlides/notesSlide6.xml" Id="Ra942203679de472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3708232919480e" /><Relationship Type="http://schemas.openxmlformats.org/officeDocument/2006/relationships/notesSlide" Target="/ppt/notesSlides/notesSlide7.xml" Id="R5a834dad7a604e6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067272d8b54675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304AFB-6785-46A2-A1F5-6447A810A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09750"/>
            <a:ext cx="60960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183D35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183D35"/>
                </a:solidFill>
                <a:latin typeface="Arial"/>
                <a:ea typeface="Arial"/>
                <a:cs typeface="Arial"/>
              </a:rPr>
              <a:t>Pet Health</a:t>
            </a:r>
          </a:p>
          <a:p xmlns:a="http://schemas.openxmlformats.org/drawingml/2006/main">
            <a:pPr>
              <a:defRPr sz="4800" b="1">
                <a:solidFill>
                  <a:srgbClr val="183D35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183D35"/>
                </a:solidFill>
                <a:latin typeface="Arial"/>
                <a:ea typeface="Arial"/>
                <a:cs typeface="Arial"/>
              </a:rPr>
              <a:t>Passport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AD673D-769A-41FC-881D-2214A5E74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43325"/>
            <a:ext cx="5810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63A3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63A36"/>
                </a:solidFill>
                <a:latin typeface="Arial"/>
                <a:ea typeface="Arial"/>
                <a:cs typeface="Arial"/>
              </a:rPr>
              <a:t>Digital care records for pets</a:t>
            </a:r>
          </a:p>
        </p:txBody>
      </p:sp>
    </p:spTree>
    <p:extLst>
      <p:ext uri="{BB962C8B-B14F-4D97-AF65-F5344CB8AC3E}">
        <p14:creationId xmlns:p14="http://schemas.microsoft.com/office/powerpoint/2010/main" val="95229055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857C63-88F2-4EB1-A6BB-F7A40FC32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83D35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83D35"/>
                </a:solidFill>
                <a:latin typeface="Arial"/>
                <a:ea typeface="Arial"/>
                <a:cs typeface="Arial"/>
              </a:rPr>
              <a:t>The problem and the response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FB9D80-56AB-4DC1-9FE8-521C8558B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57375"/>
            <a:ext cx="10572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63A3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63A36"/>
                </a:solidFill>
                <a:latin typeface="Arial"/>
                <a:ea typeface="Arial"/>
                <a:cs typeface="Arial"/>
              </a:rPr>
              <a:t>Health information is easy to lose across paper records, photos, and messages.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38025C-5B45-40BD-AE78-3381D3454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33750"/>
            <a:ext cx="10572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8746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87463"/>
                </a:solidFill>
                <a:latin typeface="Arial"/>
                <a:ea typeface="Arial"/>
                <a:cs typeface="Arial"/>
              </a:rPr>
              <a:t>One passport brings the pet profile, care history, documents, and future dates together.</a:t>
            </a:r>
          </a:p>
        </p:txBody>
      </p:sp>
    </p:spTree>
    <p:extLst>
      <p:ext uri="{BB962C8B-B14F-4D97-AF65-F5344CB8AC3E}">
        <p14:creationId xmlns:p14="http://schemas.microsoft.com/office/powerpoint/2010/main" val="177091918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BF519F-CF4D-4582-A6C3-C66164A89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83D35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83D35"/>
                </a:solidFill>
                <a:latin typeface="Arial"/>
                <a:ea typeface="Arial"/>
                <a:cs typeface="Arial"/>
              </a:rPr>
              <a:t>Owner journey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623DB2-55DC-4A60-94AE-B1C85B9B7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33675"/>
            <a:ext cx="21431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D0C5"/>
            </a:solidFill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83D3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83D35"/>
                </a:solidFill>
                <a:latin typeface="Arial"/>
                <a:ea typeface="Arial"/>
                <a:cs typeface="Arial"/>
              </a:rPr>
              <a:t>1  Pet profile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816A26-68A7-457F-9A7D-C6C927B6A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733675"/>
            <a:ext cx="21431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D0C5"/>
            </a:solidFill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83D3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83D35"/>
                </a:solidFill>
                <a:latin typeface="Arial"/>
                <a:ea typeface="Arial"/>
                <a:cs typeface="Arial"/>
              </a:rPr>
              <a:t>2  Health records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087E54-E772-4826-A8F5-984AC9489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33675"/>
            <a:ext cx="21431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D0C5"/>
            </a:solidFill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83D3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83D35"/>
                </a:solidFill>
                <a:latin typeface="Arial"/>
                <a:ea typeface="Arial"/>
                <a:cs typeface="Arial"/>
              </a:rPr>
              <a:t>3  Appointment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471F86-2B8D-427F-92A3-DB42DF7A1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733675"/>
            <a:ext cx="21431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D0C5"/>
            </a:solidFill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83D3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83D35"/>
                </a:solidFill>
                <a:latin typeface="Arial"/>
                <a:ea typeface="Arial"/>
                <a:cs typeface="Arial"/>
              </a:rPr>
              <a:t>4  Reminder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4689DD-D898-4B1B-8438-B8FFEFEA7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009900"/>
            <a:ext cx="400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BD7046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BD7046"/>
                </a:solidFill>
                <a:latin typeface="Arial"/>
                <a:ea typeface="Arial"/>
                <a:cs typeface="Arial"/>
              </a:rPr>
              <a:t>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70E724-B7C7-4F41-8230-91F29669F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009900"/>
            <a:ext cx="400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BD7046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BD7046"/>
                </a:solidFill>
                <a:latin typeface="Arial"/>
                <a:ea typeface="Arial"/>
                <a:cs typeface="Arial"/>
              </a:rPr>
              <a:t>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CDD428-4599-4F7A-B135-48B67B333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009900"/>
            <a:ext cx="400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BD7046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BD7046"/>
                </a:solidFill>
                <a:latin typeface="Arial"/>
                <a:ea typeface="Arial"/>
                <a:cs typeface="Arial"/>
              </a:rPr>
              <a:t>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FB01D0-B003-4194-971B-AA9D4B14C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5300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63A3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A36"/>
                </a:solidFill>
                <a:latin typeface="Arial"/>
                <a:ea typeface="Arial"/>
                <a:cs typeface="Arial"/>
              </a:rPr>
              <a:t>Milo is the seeded example pet used in the live demo.</a:t>
            </a:r>
          </a:p>
        </p:txBody>
      </p:sp>
    </p:spTree>
    <p:extLst>
      <p:ext uri="{BB962C8B-B14F-4D97-AF65-F5344CB8AC3E}">
        <p14:creationId xmlns:p14="http://schemas.microsoft.com/office/powerpoint/2010/main" val="22544300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9D31E9-10E8-4978-9BC0-59F9F0911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83D35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83D35"/>
                </a:solidFill>
                <a:latin typeface="Arial"/>
                <a:ea typeface="Arial"/>
                <a:cs typeface="Arial"/>
              </a:rPr>
              <a:t>System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D3CA28-28DA-41AF-9B97-E930AB836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28875"/>
            <a:ext cx="21431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D0C5"/>
            </a:solidFill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83D3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83D35"/>
                </a:solidFill>
                <a:latin typeface="Arial"/>
                <a:ea typeface="Arial"/>
                <a:cs typeface="Arial"/>
              </a:rPr>
              <a:t>Browser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7E3A34-B5A4-447C-8121-C8D437121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428875"/>
            <a:ext cx="21431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D0C5"/>
            </a:solidFill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83D3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83D35"/>
                </a:solidFill>
                <a:latin typeface="Arial"/>
                <a:ea typeface="Arial"/>
                <a:cs typeface="Arial"/>
              </a:rPr>
              <a:t>React / Nginx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F2EDB6-F6ED-443B-BDDC-5596F11A2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28875"/>
            <a:ext cx="21431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D0C5"/>
            </a:solidFill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83D3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83D35"/>
                </a:solidFill>
                <a:latin typeface="Arial"/>
                <a:ea typeface="Arial"/>
                <a:cs typeface="Arial"/>
              </a:rPr>
              <a:t>Express API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93C53E-C884-4D9C-B7E6-29911807D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428875"/>
            <a:ext cx="21431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D0C5"/>
            </a:solidFill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83D3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83D35"/>
                </a:solidFill>
                <a:latin typeface="Arial"/>
                <a:ea typeface="Arial"/>
                <a:cs typeface="Arial"/>
              </a:rPr>
              <a:t>PostgreSQL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8BEF76-4D6C-46F2-B06B-2107F37C8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781300"/>
            <a:ext cx="400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BD7046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BD7046"/>
                </a:solidFill>
                <a:latin typeface="Arial"/>
                <a:ea typeface="Arial"/>
                <a:cs typeface="Arial"/>
              </a:rPr>
              <a:t>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44B18B-2A29-48DD-91DE-D023DCC12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781300"/>
            <a:ext cx="400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BD7046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BD7046"/>
                </a:solidFill>
                <a:latin typeface="Arial"/>
                <a:ea typeface="Arial"/>
                <a:cs typeface="Arial"/>
              </a:rPr>
              <a:t>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392971-819A-437A-AD34-46D9F1B79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781300"/>
            <a:ext cx="400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BD7046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BD7046"/>
                </a:solidFill>
                <a:latin typeface="Arial"/>
                <a:ea typeface="Arial"/>
                <a:cs typeface="Arial"/>
              </a:rPr>
              <a:t>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F34198-FF95-4ADB-9A8E-5BE4B78BE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6725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63A3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A36"/>
                </a:solidFill>
                <a:latin typeface="Arial"/>
                <a:ea typeface="Arial"/>
                <a:cs typeface="Arial"/>
              </a:rPr>
              <a:t>JWT protects the API; owner queries are scoped to the signed-in account.</a:t>
            </a:r>
          </a:p>
        </p:txBody>
      </p:sp>
    </p:spTree>
    <p:extLst>
      <p:ext uri="{BB962C8B-B14F-4D97-AF65-F5344CB8AC3E}">
        <p14:creationId xmlns:p14="http://schemas.microsoft.com/office/powerpoint/2010/main" val="61463718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60E273-EDE0-4CCD-95AA-22D703C1A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83D35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83D35"/>
                </a:solidFill>
                <a:latin typeface="Arial"/>
                <a:ea typeface="Arial"/>
                <a:cs typeface="Arial"/>
              </a:rPr>
              <a:t>What the application delivers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88657C-AE9C-4E37-86CB-C478B2DAD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952625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8746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87463"/>
                </a:solidFill>
                <a:latin typeface="Arial"/>
                <a:ea typeface="Arial"/>
                <a:cs typeface="Arial"/>
              </a:rPr>
              <a:t>Owner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2AE0AF-32A7-4417-BA60-967452047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514600"/>
            <a:ext cx="481012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63A3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63A36"/>
                </a:solidFill>
                <a:latin typeface="Arial"/>
                <a:ea typeface="Arial"/>
                <a:cs typeface="Arial"/>
              </a:rPr>
              <a:t>Pet profiles, health records, appointments, reminders, and dashboard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E82B67-3962-411C-AECC-E80A44B9A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52625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BD704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BD7046"/>
                </a:solidFill>
                <a:latin typeface="Arial"/>
                <a:ea typeface="Arial"/>
                <a:cs typeface="Arial"/>
              </a:rPr>
              <a:t>Admin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61291A-D5FE-490B-AF83-7DFD0E96A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14600"/>
            <a:ext cx="481012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63A3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63A36"/>
                </a:solidFill>
                <a:latin typeface="Arial"/>
                <a:ea typeface="Arial"/>
                <a:cs typeface="Arial"/>
              </a:rPr>
              <a:t>System counts, recent users and pets, and recent activity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4C09D6-1357-473E-AF0E-67135E118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000625"/>
            <a:ext cx="10382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63A3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63A36"/>
                </a:solidFill>
                <a:latin typeface="Arial"/>
                <a:ea typeface="Arial"/>
                <a:cs typeface="Arial"/>
              </a:rPr>
              <a:t>Documents: authenticated upload and download of PDF, PNG, and JPEG files.</a:t>
            </a:r>
          </a:p>
        </p:txBody>
      </p:sp>
    </p:spTree>
    <p:extLst>
      <p:ext uri="{BB962C8B-B14F-4D97-AF65-F5344CB8AC3E}">
        <p14:creationId xmlns:p14="http://schemas.microsoft.com/office/powerpoint/2010/main" val="44316887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28C5CF-A0D5-40A1-B7B0-1FB3E13FA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83D35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83D35"/>
                </a:solidFill>
                <a:latin typeface="Arial"/>
                <a:ea typeface="Arial"/>
                <a:cs typeface="Arial"/>
              </a:rPr>
              <a:t>Jenkins pipeline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535D48-75A1-4A29-8D70-CDC103C50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857375"/>
            <a:ext cx="4857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83D3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83D35"/>
                </a:solidFill>
                <a:latin typeface="Arial"/>
                <a:ea typeface="Arial"/>
                <a:cs typeface="Arial"/>
              </a:rPr>
              <a:t>Checkout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D686D2-6D50-4CFE-9442-666BA3866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619375"/>
            <a:ext cx="4857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83D3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83D35"/>
                </a:solidFill>
                <a:latin typeface="Arial"/>
                <a:ea typeface="Arial"/>
                <a:cs typeface="Arial"/>
              </a:rPr>
              <a:t>Install dependencies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37B2F2-2CC9-48B6-8DA3-518ED9182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4857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83D3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83D35"/>
                </a:solidFill>
                <a:latin typeface="Arial"/>
                <a:ea typeface="Arial"/>
                <a:cs typeface="Arial"/>
              </a:rPr>
              <a:t>Backend tests + frontend build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2F14B0-4BE0-4FFB-92D8-6F8CFC0CA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57375"/>
            <a:ext cx="5143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83D3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83D35"/>
                </a:solidFill>
                <a:latin typeface="Arial"/>
                <a:ea typeface="Arial"/>
                <a:cs typeface="Arial"/>
              </a:rPr>
              <a:t>Docker build + Compose deploy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8240F4-35C2-4BEE-8D5E-50E1CBBC4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19375"/>
            <a:ext cx="5143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83D3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83D35"/>
                </a:solidFill>
                <a:latin typeface="Arial"/>
                <a:ea typeface="Arial"/>
                <a:cs typeface="Arial"/>
              </a:rPr>
              <a:t>API health check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D8A123-E275-461B-9A13-EDFE3013B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48125"/>
            <a:ext cx="4953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87463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87463"/>
                </a:solidFill>
                <a:latin typeface="Arial"/>
                <a:ea typeface="Arial"/>
                <a:cs typeface="Arial"/>
              </a:rPr>
              <a:t>Local build #1: SUCCESS</a:t>
            </a:r>
          </a:p>
        </p:txBody>
      </p:sp>
    </p:spTree>
    <p:extLst>
      <p:ext uri="{BB962C8B-B14F-4D97-AF65-F5344CB8AC3E}">
        <p14:creationId xmlns:p14="http://schemas.microsoft.com/office/powerpoint/2010/main" val="78996790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9188AF-B871-4B9B-94AD-97A7757CA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83D35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83D35"/>
                </a:solidFill>
                <a:latin typeface="Arial"/>
                <a:ea typeface="Arial"/>
                <a:cs typeface="Arial"/>
              </a:rPr>
              <a:t>Verified demo and next 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13DC94-DA71-4393-9219-3D53EE344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809750"/>
            <a:ext cx="400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8746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87463"/>
                </a:solidFill>
                <a:latin typeface="Arial"/>
                <a:ea typeface="Arial"/>
                <a:cs typeface="Arial"/>
              </a:rPr>
              <a:t>Verified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A29C80-C095-40C4-A804-C63FCD7DA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76500"/>
            <a:ext cx="104775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63A3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A36"/>
                </a:solidFill>
                <a:latin typeface="Arial"/>
                <a:ea typeface="Arial"/>
                <a:cs typeface="Arial"/>
              </a:rPr>
              <a:t>Owner sign-in -&gt; Milo visit -&gt; appointment -&gt; reminder -&gt; admin activity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7BD801-2B95-41C5-9235-1B270F279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095750"/>
            <a:ext cx="400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BD7046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BD7046"/>
                </a:solidFill>
                <a:latin typeface="Arial"/>
                <a:ea typeface="Arial"/>
                <a:cs typeface="Arial"/>
              </a:rPr>
              <a:t>Remaining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E0EA5A-45D8-4FF1-B6C0-77A36F642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810125"/>
            <a:ext cx="1047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63A3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A36"/>
                </a:solidFill>
                <a:latin typeface="Arial"/>
                <a:ea typeface="Arial"/>
                <a:cs typeface="Arial"/>
              </a:rPr>
              <a:t>Vet sharing, admin user management, public webhook, and external notifications</a:t>
            </a:r>
          </a:p>
        </p:txBody>
      </p:sp>
    </p:spTree>
    <p:extLst>
      <p:ext uri="{BB962C8B-B14F-4D97-AF65-F5344CB8AC3E}">
        <p14:creationId xmlns:p14="http://schemas.microsoft.com/office/powerpoint/2010/main" val="52413013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2026-10-05T07:10:49.9420000Z</dcterms:created>
  <dcterms:modified xsi:type="dcterms:W3CDTF">2026-10-05T07:10:49.9420000Z</dcterms:modified>
</coreProperties>
</file>